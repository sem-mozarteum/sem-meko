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3"/>
  </p:notesMasterIdLst>
  <p:sldIdLst>
    <p:sldId id="256" r:id="rId3"/>
    <p:sldId id="257" r:id="rId4"/>
    <p:sldId id="258" r:id="rId5"/>
    <p:sldId id="259" r:id="rId6"/>
    <p:sldId id="260" r:id="rId7"/>
    <p:sldId id="261" r:id="rId8"/>
    <p:sldId id="262" r:id="rId9"/>
    <p:sldId id="265" r:id="rId10"/>
    <p:sldId id="269" r:id="rId11"/>
    <p:sldId id="270" r:id="rId12"/>
  </p:sldIdLst>
  <p:sldSz cx="9144000" cy="6858000" type="screen4x3"/>
  <p:notesSz cx="6886575" cy="9623425"/>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4"/>
    <p:restoredTop sz="94696"/>
  </p:normalViewPr>
  <p:slideViewPr>
    <p:cSldViewPr snapToGrid="0" snapToObjects="1">
      <p:cViewPr varScale="1">
        <p:scale>
          <a:sx n="99" d="100"/>
          <a:sy n="99" d="100"/>
        </p:scale>
        <p:origin x="6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640" b="0" strike="noStrike" spc="-1">
                <a:solidFill>
                  <a:srgbClr val="000000"/>
                </a:solidFill>
                <a:latin typeface="Calibri"/>
              </a:rPr>
              <a:t>Folie mittels Klicken verschieben</a:t>
            </a:r>
          </a:p>
        </p:txBody>
      </p:sp>
      <p:sp>
        <p:nvSpPr>
          <p:cNvPr id="8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de-DE" sz="2000" b="0" strike="noStrike" spc="-1">
                <a:latin typeface="Arial"/>
              </a:rPr>
              <a:t>Format der Notizen mittels Klicken bearbeiten</a:t>
            </a:r>
          </a:p>
        </p:txBody>
      </p:sp>
      <p:sp>
        <p:nvSpPr>
          <p:cNvPr id="8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de-DE" sz="1400" b="0" strike="noStrike" spc="-1">
                <a:latin typeface="Times New Roman"/>
              </a:rPr>
              <a:t>&lt;Kopfzeile&gt;</a:t>
            </a:r>
          </a:p>
        </p:txBody>
      </p:sp>
      <p:sp>
        <p:nvSpPr>
          <p:cNvPr id="82" name="PlaceHolder 4"/>
          <p:cNvSpPr>
            <a:spLocks noGrp="1"/>
          </p:cNvSpPr>
          <p:nvPr>
            <p:ph type="dt"/>
          </p:nvPr>
        </p:nvSpPr>
        <p:spPr>
          <a:xfrm>
            <a:off x="4278960" y="0"/>
            <a:ext cx="3280680" cy="534240"/>
          </a:xfrm>
          <a:prstGeom prst="rect">
            <a:avLst/>
          </a:prstGeom>
          <a:noFill/>
          <a:ln w="0">
            <a:noFill/>
          </a:ln>
        </p:spPr>
        <p:txBody>
          <a:bodyPr lIns="0" tIns="0" rIns="0" bIns="0" anchor="t">
            <a:noAutofit/>
          </a:bodyPr>
          <a:lstStyle/>
          <a:p>
            <a:pPr algn="r">
              <a:buNone/>
            </a:pPr>
            <a:r>
              <a:rPr lang="de-DE" sz="1400" b="0" strike="noStrike" spc="-1">
                <a:latin typeface="Times New Roman"/>
              </a:rPr>
              <a:t>&lt;Datum/Uhrzeit&gt;</a:t>
            </a:r>
          </a:p>
        </p:txBody>
      </p:sp>
      <p:sp>
        <p:nvSpPr>
          <p:cNvPr id="83"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de-DE" sz="1400" b="0" strike="noStrike" spc="-1">
                <a:latin typeface="Times New Roman"/>
              </a:rPr>
              <a:t>&lt;Fußzeile&gt;</a:t>
            </a:r>
          </a:p>
        </p:txBody>
      </p:sp>
      <p:sp>
        <p:nvSpPr>
          <p:cNvPr id="84"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buNone/>
            </a:pPr>
            <a:fld id="{385A894C-23DA-466E-8791-DBA010793180}" type="slidenum">
              <a:rPr lang="de-DE" sz="1400" b="0" strike="noStrike" spc="-1">
                <a:latin typeface="Times New Roman"/>
              </a:rPr>
              <a:t>‹Nr.›</a:t>
            </a:fld>
            <a:endParaRPr lang="de-DE"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noRot="1" noChangeAspect="1"/>
          </p:cNvSpPr>
          <p:nvPr>
            <p:ph type="sldImg"/>
          </p:nvPr>
        </p:nvSpPr>
        <p:spPr>
          <a:xfrm>
            <a:off x="1222200" y="923760"/>
            <a:ext cx="4441320" cy="3330360"/>
          </a:xfrm>
          <a:prstGeom prst="rect">
            <a:avLst/>
          </a:prstGeom>
          <a:ln w="0">
            <a:noFill/>
          </a:ln>
        </p:spPr>
      </p:sp>
      <p:sp>
        <p:nvSpPr>
          <p:cNvPr id="132" name="Text Box 3"/>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
        <p:nvSpPr>
          <p:cNvPr id="133" name="PlaceHolder 2"/>
          <p:cNvSpPr>
            <a:spLocks noGrp="1"/>
          </p:cNvSpPr>
          <p:nvPr>
            <p:ph type="body"/>
          </p:nvPr>
        </p:nvSpPr>
        <p:spPr>
          <a:xfrm>
            <a:off x="689040" y="4630680"/>
            <a:ext cx="5509800" cy="3789000"/>
          </a:xfrm>
          <a:prstGeom prst="rect">
            <a:avLst/>
          </a:prstGeom>
          <a:noFill/>
          <a:ln w="0">
            <a:noFill/>
          </a:ln>
        </p:spPr>
        <p:txBody>
          <a:bodyPr lIns="0" tIns="0" rIns="0" bIns="0" anchor="t">
            <a:noAutofit/>
          </a:bodyPr>
          <a:lstStyle/>
          <a:p>
            <a:endParaRPr lang="de-DE"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35"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37"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39"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41"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
        <p:nvSpPr>
          <p:cNvPr id="142" name="PlaceHolder 1"/>
          <p:cNvSpPr>
            <a:spLocks noGrp="1"/>
          </p:cNvSpPr>
          <p:nvPr>
            <p:ph type="body"/>
          </p:nvPr>
        </p:nvSpPr>
        <p:spPr>
          <a:xfrm>
            <a:off x="689040" y="4570560"/>
            <a:ext cx="5505120" cy="4325400"/>
          </a:xfrm>
          <a:prstGeom prst="rect">
            <a:avLst/>
          </a:prstGeom>
          <a:noFill/>
          <a:ln w="0">
            <a:noFill/>
          </a:ln>
        </p:spPr>
        <p:txBody>
          <a:bodyPr lIns="0" tIns="0" rIns="0" bIns="0" anchor="t">
            <a:noAutofit/>
          </a:bodyPr>
          <a:lstStyle/>
          <a:p>
            <a:pPr marL="216000" indent="-216000">
              <a:lnSpc>
                <a:spcPct val="100000"/>
              </a:lnSpc>
              <a:buNone/>
            </a:pPr>
            <a:r>
              <a:rPr lang="de-DE" sz="2000" b="0" strike="noStrike" spc="-1">
                <a:latin typeface="Arial"/>
              </a:rPr>
              <a:t>Der Cutoff-Parameter bestimmt die Frequenzgrenze, ab der gefiltert wird.Ein langsames volles Auf- und Abdrehen dieses Reglers wird als Filter-Sweep bezeichnet und macht meistens kommentarlos glücklich. Dabei werden verschiedene Klangfarben durchfahren. Der Cutoff-Parameter ist vermutlich der meist verwendete Regler.</a:t>
            </a:r>
          </a:p>
          <a:p>
            <a:pPr marL="216000" indent="-216000">
              <a:lnSpc>
                <a:spcPct val="100000"/>
              </a:lnSpc>
              <a:buNone/>
            </a:pPr>
            <a:endParaRPr lang="de-DE" sz="20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44"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
        <p:nvSpPr>
          <p:cNvPr id="145" name="PlaceHolder 1"/>
          <p:cNvSpPr>
            <a:spLocks noGrp="1"/>
          </p:cNvSpPr>
          <p:nvPr>
            <p:ph type="body"/>
          </p:nvPr>
        </p:nvSpPr>
        <p:spPr>
          <a:xfrm>
            <a:off x="689040" y="4570560"/>
            <a:ext cx="5505120" cy="4325400"/>
          </a:xfrm>
          <a:prstGeom prst="rect">
            <a:avLst/>
          </a:prstGeom>
          <a:noFill/>
          <a:ln w="0">
            <a:noFill/>
          </a:ln>
        </p:spPr>
        <p:txBody>
          <a:bodyPr lIns="0" tIns="0" rIns="0" bIns="0" anchor="t">
            <a:noAutofit/>
          </a:bodyPr>
          <a:lstStyle/>
          <a:p>
            <a:pPr marL="216000" indent="-216000">
              <a:lnSpc>
                <a:spcPct val="100000"/>
              </a:lnSpc>
              <a:buNone/>
            </a:pPr>
            <a:r>
              <a:rPr lang="de-DE" sz="2000" b="0" strike="noStrike" spc="-1">
                <a:latin typeface="Arial"/>
              </a:rPr>
              <a:t>Mit dem Resonanz-Regler wird der Bereich um die Cutoff-Frequenz angehoben.Bei maximaler Resonanz erzeugen die meisten Filter einen Sinuston mit der Tonhöhe der eingestellten Cutoff-Frequenz - Selbstoszillation heisst das dann.</a:t>
            </a:r>
          </a:p>
          <a:p>
            <a:pPr marL="216000" indent="-216000">
              <a:lnSpc>
                <a:spcPct val="100000"/>
              </a:lnSpc>
              <a:buNone/>
            </a:pPr>
            <a:endParaRPr lang="de-DE" sz="20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47"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
        <p:nvSpPr>
          <p:cNvPr id="148" name="PlaceHolder 1"/>
          <p:cNvSpPr>
            <a:spLocks noGrp="1"/>
          </p:cNvSpPr>
          <p:nvPr>
            <p:ph type="body"/>
          </p:nvPr>
        </p:nvSpPr>
        <p:spPr>
          <a:xfrm>
            <a:off x="689040" y="4570560"/>
            <a:ext cx="5505120" cy="4325400"/>
          </a:xfrm>
          <a:prstGeom prst="rect">
            <a:avLst/>
          </a:prstGeom>
          <a:noFill/>
          <a:ln w="0">
            <a:noFill/>
          </a:ln>
        </p:spPr>
        <p:txBody>
          <a:bodyPr lIns="0" tIns="0" rIns="0" bIns="0" anchor="t">
            <a:normAutofit fontScale="83000"/>
          </a:bodyPr>
          <a:lstStyle/>
          <a:p>
            <a:pPr marL="216000" indent="-216000">
              <a:lnSpc>
                <a:spcPct val="100000"/>
              </a:lnSpc>
              <a:buNone/>
            </a:pPr>
            <a:r>
              <a:rPr lang="de-DE" sz="2000" b="0" strike="noStrike" spc="-1">
                <a:latin typeface="Arial"/>
              </a:rPr>
              <a:t>Mit der Flankensteilheit wird beschrieben, wie steil bzw. stark das Filter ab der Cutoff-Frequenz reagiert: Je höher die Flankensteilheit, desto höher die Filterwirkung. Die Flankensteilheit kann auch durch Nacheinanderschalten von mehreren gleichartigen Filtern erhöht werden. Dabei werden die Flankensteilheiten der einzelnen Filter zusammenaddiert. Beispielsweise ergibt die Reihenschaltung von drei 3 Tiefpässen mit jeweiligen Flankensteilheiten von 6 db/Oct einen Tiefpass mit der Flankensteilheit von 18 db/Oct.</a:t>
            </a:r>
          </a:p>
          <a:p>
            <a:pPr marL="216000" indent="-216000">
              <a:lnSpc>
                <a:spcPct val="100000"/>
              </a:lnSpc>
              <a:buNone/>
            </a:pPr>
            <a:endParaRPr lang="de-DE" sz="2000" b="0" strike="noStrike" spc="-1">
              <a:latin typeface="Arial"/>
            </a:endParaRPr>
          </a:p>
          <a:p>
            <a:pPr marL="216000" indent="-216000">
              <a:lnSpc>
                <a:spcPct val="100000"/>
              </a:lnSpc>
              <a:buNone/>
            </a:pPr>
            <a:r>
              <a:rPr lang="de-DE" sz="2000" b="0" strike="noStrike" spc="-1">
                <a:latin typeface="Arial"/>
              </a:rPr>
              <a:t>Eine andere Beschreibung der Flankensteilheit wird in Polen durchgeführt. Dabei entspricht ein 1-Pol-Filter einem Filter mit einer Flankensteilheit von 6 db/Oct - dementsprechend steht ein 4-Pol-Filter für ein Filter mit einer Flankensteilheit von 24 db/Oct.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54"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64"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 Box 1"/>
          <p:cNvSpPr/>
          <p:nvPr/>
        </p:nvSpPr>
        <p:spPr>
          <a:xfrm>
            <a:off x="1222200" y="923760"/>
            <a:ext cx="4441320" cy="3330360"/>
          </a:xfrm>
          <a:prstGeom prst="rect">
            <a:avLst/>
          </a:prstGeom>
          <a:solidFill>
            <a:srgbClr val="FFFFFF"/>
          </a:solidFill>
          <a:ln w="9360" cap="sq">
            <a:solidFill>
              <a:srgbClr val="000000"/>
            </a:solidFill>
            <a:miter/>
          </a:ln>
        </p:spPr>
        <p:style>
          <a:lnRef idx="0">
            <a:scrgbClr r="0" g="0" b="0"/>
          </a:lnRef>
          <a:fillRef idx="0">
            <a:scrgbClr r="0" g="0" b="0"/>
          </a:fillRef>
          <a:effectRef idx="0">
            <a:scrgbClr r="0" g="0" b="0"/>
          </a:effectRef>
          <a:fontRef idx="minor"/>
        </p:style>
      </p:sp>
      <p:sp>
        <p:nvSpPr>
          <p:cNvPr id="166" name="Text Box 2"/>
          <p:cNvSpPr/>
          <p:nvPr/>
        </p:nvSpPr>
        <p:spPr>
          <a:xfrm>
            <a:off x="1066680" y="4578480"/>
            <a:ext cx="4758840" cy="369540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6" name="PlaceHolder 2"/>
          <p:cNvSpPr>
            <a:spLocks noGrp="1"/>
          </p:cNvSpPr>
          <p:nvPr>
            <p:ph type="subTitle"/>
          </p:nvPr>
        </p:nvSpPr>
        <p:spPr>
          <a:xfrm>
            <a:off x="457200" y="1604520"/>
            <a:ext cx="8228880" cy="3977640"/>
          </a:xfrm>
          <a:prstGeom prst="rect">
            <a:avLst/>
          </a:prstGeom>
          <a:noFill/>
          <a:ln w="0">
            <a:noFill/>
          </a:ln>
        </p:spPr>
        <p:txBody>
          <a:bodyPr lIns="0" tIns="0" rIns="0" bIns="0" anchor="ctr">
            <a:noAutofit/>
          </a:bodyPr>
          <a:lstStyle/>
          <a:p>
            <a:pPr algn="ctr">
              <a:buNone/>
            </a:pPr>
            <a:endParaRPr lang="de-DE"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8" name="PlaceHolder 2"/>
          <p:cNvSpPr>
            <a:spLocks noGrp="1"/>
          </p:cNvSpPr>
          <p:nvPr>
            <p:ph/>
          </p:nvPr>
        </p:nvSpPr>
        <p:spPr>
          <a:xfrm>
            <a:off x="457200" y="1604520"/>
            <a:ext cx="822888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10" name="PlaceHolder 2"/>
          <p:cNvSpPr>
            <a:spLocks noGrp="1"/>
          </p:cNvSpPr>
          <p:nvPr>
            <p:ph/>
          </p:nvPr>
        </p:nvSpPr>
        <p:spPr>
          <a:xfrm>
            <a:off x="45720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11" name="PlaceHolder 3"/>
          <p:cNvSpPr>
            <a:spLocks noGrp="1"/>
          </p:cNvSpPr>
          <p:nvPr>
            <p:ph/>
          </p:nvPr>
        </p:nvSpPr>
        <p:spPr>
          <a:xfrm>
            <a:off x="467388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240"/>
            <a:ext cx="8228880" cy="5306400"/>
          </a:xfrm>
          <a:prstGeom prst="rect">
            <a:avLst/>
          </a:prstGeom>
          <a:noFill/>
          <a:ln w="0">
            <a:noFill/>
          </a:ln>
        </p:spPr>
        <p:txBody>
          <a:bodyPr lIns="0" tIns="0" rIns="0" bIns="0" anchor="ctr">
            <a:noAutofit/>
          </a:bodyPr>
          <a:lstStyle/>
          <a:p>
            <a:pPr algn="ctr">
              <a:buNone/>
            </a:pPr>
            <a:endParaRPr lang="de-DE"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15"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16" name="PlaceHolder 3"/>
          <p:cNvSpPr>
            <a:spLocks noGrp="1"/>
          </p:cNvSpPr>
          <p:nvPr>
            <p:ph/>
          </p:nvPr>
        </p:nvSpPr>
        <p:spPr>
          <a:xfrm>
            <a:off x="467388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17" name="PlaceHolder 4"/>
          <p:cNvSpPr>
            <a:spLocks noGrp="1"/>
          </p:cNvSpPr>
          <p:nvPr>
            <p:ph/>
          </p:nvPr>
        </p:nvSpPr>
        <p:spPr>
          <a:xfrm>
            <a:off x="45720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19" name="PlaceHolder 2"/>
          <p:cNvSpPr>
            <a:spLocks noGrp="1"/>
          </p:cNvSpPr>
          <p:nvPr>
            <p:ph/>
          </p:nvPr>
        </p:nvSpPr>
        <p:spPr>
          <a:xfrm>
            <a:off x="45720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20"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21" name="PlaceHolder 4"/>
          <p:cNvSpPr>
            <a:spLocks noGrp="1"/>
          </p:cNvSpPr>
          <p:nvPr>
            <p:ph/>
          </p:nvPr>
        </p:nvSpPr>
        <p:spPr>
          <a:xfrm>
            <a:off x="467388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23"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24"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25" name="PlaceHolder 4"/>
          <p:cNvSpPr>
            <a:spLocks noGrp="1"/>
          </p:cNvSpPr>
          <p:nvPr>
            <p:ph/>
          </p:nvPr>
        </p:nvSpPr>
        <p:spPr>
          <a:xfrm>
            <a:off x="457200" y="368244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27" name="PlaceHolder 2"/>
          <p:cNvSpPr>
            <a:spLocks noGrp="1"/>
          </p:cNvSpPr>
          <p:nvPr>
            <p:ph/>
          </p:nvPr>
        </p:nvSpPr>
        <p:spPr>
          <a:xfrm>
            <a:off x="457200" y="160452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28" name="PlaceHolder 3"/>
          <p:cNvSpPr>
            <a:spLocks noGrp="1"/>
          </p:cNvSpPr>
          <p:nvPr>
            <p:ph/>
          </p:nvPr>
        </p:nvSpPr>
        <p:spPr>
          <a:xfrm>
            <a:off x="457200" y="368244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30"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1"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2" name="PlaceHolder 4"/>
          <p:cNvSpPr>
            <a:spLocks noGrp="1"/>
          </p:cNvSpPr>
          <p:nvPr>
            <p:ph/>
          </p:nvPr>
        </p:nvSpPr>
        <p:spPr>
          <a:xfrm>
            <a:off x="45720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3" name="PlaceHolder 5"/>
          <p:cNvSpPr>
            <a:spLocks noGrp="1"/>
          </p:cNvSpPr>
          <p:nvPr>
            <p:ph/>
          </p:nvPr>
        </p:nvSpPr>
        <p:spPr>
          <a:xfrm>
            <a:off x="467388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35" name="PlaceHolder 2"/>
          <p:cNvSpPr>
            <a:spLocks noGrp="1"/>
          </p:cNvSpPr>
          <p:nvPr>
            <p:ph/>
          </p:nvPr>
        </p:nvSpPr>
        <p:spPr>
          <a:xfrm>
            <a:off x="45720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6" name="PlaceHolder 3"/>
          <p:cNvSpPr>
            <a:spLocks noGrp="1"/>
          </p:cNvSpPr>
          <p:nvPr>
            <p:ph/>
          </p:nvPr>
        </p:nvSpPr>
        <p:spPr>
          <a:xfrm>
            <a:off x="323964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7" name="PlaceHolder 4"/>
          <p:cNvSpPr>
            <a:spLocks noGrp="1"/>
          </p:cNvSpPr>
          <p:nvPr>
            <p:ph/>
          </p:nvPr>
        </p:nvSpPr>
        <p:spPr>
          <a:xfrm>
            <a:off x="602208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8" name="PlaceHolder 5"/>
          <p:cNvSpPr>
            <a:spLocks noGrp="1"/>
          </p:cNvSpPr>
          <p:nvPr>
            <p:ph/>
          </p:nvPr>
        </p:nvSpPr>
        <p:spPr>
          <a:xfrm>
            <a:off x="45720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39" name="PlaceHolder 6"/>
          <p:cNvSpPr>
            <a:spLocks noGrp="1"/>
          </p:cNvSpPr>
          <p:nvPr>
            <p:ph/>
          </p:nvPr>
        </p:nvSpPr>
        <p:spPr>
          <a:xfrm>
            <a:off x="323964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40" name="PlaceHolder 7"/>
          <p:cNvSpPr>
            <a:spLocks noGrp="1"/>
          </p:cNvSpPr>
          <p:nvPr>
            <p:ph/>
          </p:nvPr>
        </p:nvSpPr>
        <p:spPr>
          <a:xfrm>
            <a:off x="602208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44" name="PlaceHolder 2"/>
          <p:cNvSpPr>
            <a:spLocks noGrp="1"/>
          </p:cNvSpPr>
          <p:nvPr>
            <p:ph type="subTitle"/>
          </p:nvPr>
        </p:nvSpPr>
        <p:spPr>
          <a:xfrm>
            <a:off x="457200" y="1604520"/>
            <a:ext cx="8228880" cy="3977640"/>
          </a:xfrm>
          <a:prstGeom prst="rect">
            <a:avLst/>
          </a:prstGeom>
          <a:noFill/>
          <a:ln w="0">
            <a:noFill/>
          </a:ln>
        </p:spPr>
        <p:txBody>
          <a:bodyPr lIns="0" tIns="0" rIns="0" bIns="0" anchor="ctr">
            <a:noAutofit/>
          </a:bodyPr>
          <a:lstStyle/>
          <a:p>
            <a:pPr algn="ctr">
              <a:buNone/>
            </a:pPr>
            <a:endParaRPr lang="de-DE"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46" name="PlaceHolder 2"/>
          <p:cNvSpPr>
            <a:spLocks noGrp="1"/>
          </p:cNvSpPr>
          <p:nvPr>
            <p:ph/>
          </p:nvPr>
        </p:nvSpPr>
        <p:spPr>
          <a:xfrm>
            <a:off x="457200" y="1604520"/>
            <a:ext cx="822888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48" name="PlaceHolder 2"/>
          <p:cNvSpPr>
            <a:spLocks noGrp="1"/>
          </p:cNvSpPr>
          <p:nvPr>
            <p:ph/>
          </p:nvPr>
        </p:nvSpPr>
        <p:spPr>
          <a:xfrm>
            <a:off x="45720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49" name="PlaceHolder 3"/>
          <p:cNvSpPr>
            <a:spLocks noGrp="1"/>
          </p:cNvSpPr>
          <p:nvPr>
            <p:ph/>
          </p:nvPr>
        </p:nvSpPr>
        <p:spPr>
          <a:xfrm>
            <a:off x="467388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273240"/>
            <a:ext cx="8228880" cy="5306400"/>
          </a:xfrm>
          <a:prstGeom prst="rect">
            <a:avLst/>
          </a:prstGeom>
          <a:noFill/>
          <a:ln w="0">
            <a:noFill/>
          </a:ln>
        </p:spPr>
        <p:txBody>
          <a:bodyPr lIns="0" tIns="0" rIns="0" bIns="0" anchor="ctr">
            <a:noAutofit/>
          </a:bodyPr>
          <a:lstStyle/>
          <a:p>
            <a:pPr algn="ctr">
              <a:buNone/>
            </a:pPr>
            <a:endParaRPr lang="de-DE"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53"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54" name="PlaceHolder 3"/>
          <p:cNvSpPr>
            <a:spLocks noGrp="1"/>
          </p:cNvSpPr>
          <p:nvPr>
            <p:ph/>
          </p:nvPr>
        </p:nvSpPr>
        <p:spPr>
          <a:xfrm>
            <a:off x="467388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55" name="PlaceHolder 4"/>
          <p:cNvSpPr>
            <a:spLocks noGrp="1"/>
          </p:cNvSpPr>
          <p:nvPr>
            <p:ph/>
          </p:nvPr>
        </p:nvSpPr>
        <p:spPr>
          <a:xfrm>
            <a:off x="45720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57" name="PlaceHolder 2"/>
          <p:cNvSpPr>
            <a:spLocks noGrp="1"/>
          </p:cNvSpPr>
          <p:nvPr>
            <p:ph/>
          </p:nvPr>
        </p:nvSpPr>
        <p:spPr>
          <a:xfrm>
            <a:off x="457200" y="1604520"/>
            <a:ext cx="4015440" cy="397764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58"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59" name="PlaceHolder 4"/>
          <p:cNvSpPr>
            <a:spLocks noGrp="1"/>
          </p:cNvSpPr>
          <p:nvPr>
            <p:ph/>
          </p:nvPr>
        </p:nvSpPr>
        <p:spPr>
          <a:xfrm>
            <a:off x="467388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61"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62"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63" name="PlaceHolder 4"/>
          <p:cNvSpPr>
            <a:spLocks noGrp="1"/>
          </p:cNvSpPr>
          <p:nvPr>
            <p:ph/>
          </p:nvPr>
        </p:nvSpPr>
        <p:spPr>
          <a:xfrm>
            <a:off x="457200" y="368244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65" name="PlaceHolder 2"/>
          <p:cNvSpPr>
            <a:spLocks noGrp="1"/>
          </p:cNvSpPr>
          <p:nvPr>
            <p:ph/>
          </p:nvPr>
        </p:nvSpPr>
        <p:spPr>
          <a:xfrm>
            <a:off x="457200" y="160452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66" name="PlaceHolder 3"/>
          <p:cNvSpPr>
            <a:spLocks noGrp="1"/>
          </p:cNvSpPr>
          <p:nvPr>
            <p:ph/>
          </p:nvPr>
        </p:nvSpPr>
        <p:spPr>
          <a:xfrm>
            <a:off x="457200" y="3682440"/>
            <a:ext cx="822888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68" name="PlaceHolder 2"/>
          <p:cNvSpPr>
            <a:spLocks noGrp="1"/>
          </p:cNvSpPr>
          <p:nvPr>
            <p:ph/>
          </p:nvPr>
        </p:nvSpPr>
        <p:spPr>
          <a:xfrm>
            <a:off x="45720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69" name="PlaceHolder 3"/>
          <p:cNvSpPr>
            <a:spLocks noGrp="1"/>
          </p:cNvSpPr>
          <p:nvPr>
            <p:ph/>
          </p:nvPr>
        </p:nvSpPr>
        <p:spPr>
          <a:xfrm>
            <a:off x="4673880" y="160452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0" name="PlaceHolder 4"/>
          <p:cNvSpPr>
            <a:spLocks noGrp="1"/>
          </p:cNvSpPr>
          <p:nvPr>
            <p:ph/>
          </p:nvPr>
        </p:nvSpPr>
        <p:spPr>
          <a:xfrm>
            <a:off x="45720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1" name="PlaceHolder 5"/>
          <p:cNvSpPr>
            <a:spLocks noGrp="1"/>
          </p:cNvSpPr>
          <p:nvPr>
            <p:ph/>
          </p:nvPr>
        </p:nvSpPr>
        <p:spPr>
          <a:xfrm>
            <a:off x="4673880" y="3682440"/>
            <a:ext cx="401544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endParaRPr lang="de-DE" sz="1640" b="0" strike="noStrike" spc="-1">
              <a:solidFill>
                <a:srgbClr val="000000"/>
              </a:solidFill>
              <a:latin typeface="Calibri"/>
            </a:endParaRPr>
          </a:p>
        </p:txBody>
      </p:sp>
      <p:sp>
        <p:nvSpPr>
          <p:cNvPr id="73" name="PlaceHolder 2"/>
          <p:cNvSpPr>
            <a:spLocks noGrp="1"/>
          </p:cNvSpPr>
          <p:nvPr>
            <p:ph/>
          </p:nvPr>
        </p:nvSpPr>
        <p:spPr>
          <a:xfrm>
            <a:off x="45720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4" name="PlaceHolder 3"/>
          <p:cNvSpPr>
            <a:spLocks noGrp="1"/>
          </p:cNvSpPr>
          <p:nvPr>
            <p:ph/>
          </p:nvPr>
        </p:nvSpPr>
        <p:spPr>
          <a:xfrm>
            <a:off x="323964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5" name="PlaceHolder 4"/>
          <p:cNvSpPr>
            <a:spLocks noGrp="1"/>
          </p:cNvSpPr>
          <p:nvPr>
            <p:ph/>
          </p:nvPr>
        </p:nvSpPr>
        <p:spPr>
          <a:xfrm>
            <a:off x="6022080" y="160452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6" name="PlaceHolder 5"/>
          <p:cNvSpPr>
            <a:spLocks noGrp="1"/>
          </p:cNvSpPr>
          <p:nvPr>
            <p:ph/>
          </p:nvPr>
        </p:nvSpPr>
        <p:spPr>
          <a:xfrm>
            <a:off x="45720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7" name="PlaceHolder 6"/>
          <p:cNvSpPr>
            <a:spLocks noGrp="1"/>
          </p:cNvSpPr>
          <p:nvPr>
            <p:ph/>
          </p:nvPr>
        </p:nvSpPr>
        <p:spPr>
          <a:xfrm>
            <a:off x="323964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
        <p:nvSpPr>
          <p:cNvPr id="78" name="PlaceHolder 7"/>
          <p:cNvSpPr>
            <a:spLocks noGrp="1"/>
          </p:cNvSpPr>
          <p:nvPr>
            <p:ph/>
          </p:nvPr>
        </p:nvSpPr>
        <p:spPr>
          <a:xfrm>
            <a:off x="6022080" y="3682440"/>
            <a:ext cx="2649600" cy="1897200"/>
          </a:xfrm>
          <a:prstGeom prst="rect">
            <a:avLst/>
          </a:prstGeom>
          <a:noFill/>
          <a:ln w="0">
            <a:noFill/>
          </a:ln>
        </p:spPr>
        <p:txBody>
          <a:bodyPr lIns="0" tIns="0" rIns="0" bIns="0" anchor="t">
            <a:normAutofit/>
          </a:bodyPr>
          <a:lstStyle/>
          <a:p>
            <a:endParaRPr lang="de-DE" sz="2800" b="0" strike="noStrike" spc="-1">
              <a:solidFill>
                <a:srgbClr val="000000"/>
              </a:solidFill>
              <a:latin typeface="Arial Regul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1122480"/>
            <a:ext cx="7772040" cy="2387160"/>
          </a:xfrm>
          <a:prstGeom prst="rect">
            <a:avLst/>
          </a:prstGeom>
          <a:noFill/>
          <a:ln w="0">
            <a:noFill/>
          </a:ln>
        </p:spPr>
        <p:txBody>
          <a:bodyPr anchor="b">
            <a:noAutofit/>
          </a:bodyPr>
          <a:lstStyle/>
          <a:p>
            <a:pPr algn="ctr">
              <a:lnSpc>
                <a:spcPct val="90000"/>
              </a:lnSpc>
              <a:buNone/>
            </a:pPr>
            <a:r>
              <a:rPr lang="de-DE" sz="6000" b="0" strike="noStrike" spc="-1">
                <a:solidFill>
                  <a:srgbClr val="000000"/>
                </a:solidFill>
                <a:latin typeface="Arial Regular"/>
              </a:rPr>
              <a:t>Mastertitelformat bearbeiten</a:t>
            </a:r>
            <a:endParaRPr lang="de-DE" sz="6000" b="0" strike="noStrike" spc="-1">
              <a:solidFill>
                <a:srgbClr val="000000"/>
              </a:solidFill>
              <a:latin typeface="Calibri"/>
            </a:endParaRPr>
          </a:p>
        </p:txBody>
      </p:sp>
      <p:sp>
        <p:nvSpPr>
          <p:cNvPr id="6" name="PlaceHolder 2"/>
          <p:cNvSpPr>
            <a:spLocks noGrp="1"/>
          </p:cNvSpPr>
          <p:nvPr>
            <p:ph type="dt"/>
          </p:nvPr>
        </p:nvSpPr>
        <p:spPr>
          <a:xfrm>
            <a:off x="628560" y="6356520"/>
            <a:ext cx="2057040" cy="364680"/>
          </a:xfrm>
          <a:prstGeom prst="rect">
            <a:avLst/>
          </a:prstGeom>
          <a:noFill/>
          <a:ln w="0">
            <a:noFill/>
          </a:ln>
        </p:spPr>
        <p:txBody>
          <a:bodyPr anchor="ctr">
            <a:noAutofit/>
          </a:bodyPr>
          <a:lstStyle/>
          <a:p>
            <a:pPr>
              <a:lnSpc>
                <a:spcPct val="100000"/>
              </a:lnSpc>
              <a:buNone/>
            </a:pPr>
            <a:fld id="{A3143608-9DD4-43DF-900E-D33B3E141A84}" type="datetime">
              <a:rPr lang="en-US" sz="1200" b="0" strike="noStrike" spc="-1">
                <a:solidFill>
                  <a:srgbClr val="8B8B8B"/>
                </a:solidFill>
                <a:latin typeface="Arial Regular"/>
              </a:rPr>
              <a:t>9/28/22</a:t>
            </a:fld>
            <a:endParaRPr lang="de-DE" sz="1200" b="0" strike="noStrike" spc="-1">
              <a:latin typeface="Times New Roman"/>
            </a:endParaRPr>
          </a:p>
        </p:txBody>
      </p:sp>
      <p:sp>
        <p:nvSpPr>
          <p:cNvPr id="2" name="PlaceHolder 3"/>
          <p:cNvSpPr>
            <a:spLocks noGrp="1"/>
          </p:cNvSpPr>
          <p:nvPr>
            <p:ph type="ftr"/>
          </p:nvPr>
        </p:nvSpPr>
        <p:spPr>
          <a:xfrm>
            <a:off x="3029040" y="6356520"/>
            <a:ext cx="3085920" cy="364680"/>
          </a:xfrm>
          <a:prstGeom prst="rect">
            <a:avLst/>
          </a:prstGeom>
          <a:noFill/>
          <a:ln w="0">
            <a:noFill/>
          </a:ln>
        </p:spPr>
        <p:txBody>
          <a:bodyPr anchor="ctr">
            <a:noAutofit/>
          </a:bodyPr>
          <a:lstStyle/>
          <a:p>
            <a:endParaRPr lang="de-DE" sz="2400" b="0" strike="noStrike" spc="-1">
              <a:latin typeface="Times New Roman"/>
            </a:endParaRPr>
          </a:p>
        </p:txBody>
      </p:sp>
      <p:sp>
        <p:nvSpPr>
          <p:cNvPr id="3" name="PlaceHolder 4"/>
          <p:cNvSpPr>
            <a:spLocks noGrp="1"/>
          </p:cNvSpPr>
          <p:nvPr>
            <p:ph type="sldNum"/>
          </p:nvPr>
        </p:nvSpPr>
        <p:spPr>
          <a:xfrm>
            <a:off x="6458040" y="6356520"/>
            <a:ext cx="2057040" cy="364680"/>
          </a:xfrm>
          <a:prstGeom prst="rect">
            <a:avLst/>
          </a:prstGeom>
          <a:noFill/>
          <a:ln w="0">
            <a:noFill/>
          </a:ln>
        </p:spPr>
        <p:txBody>
          <a:bodyPr anchor="ctr">
            <a:noAutofit/>
          </a:bodyPr>
          <a:lstStyle/>
          <a:p>
            <a:pPr algn="r">
              <a:lnSpc>
                <a:spcPct val="100000"/>
              </a:lnSpc>
              <a:buNone/>
            </a:pPr>
            <a:fld id="{46B62BBD-0E1E-439E-9186-10AE9A00F02E}" type="slidenum">
              <a:rPr lang="en-US" sz="1200" b="0" strike="noStrike" spc="-1">
                <a:solidFill>
                  <a:srgbClr val="8B8B8B"/>
                </a:solidFill>
                <a:latin typeface="Arial Regular"/>
              </a:rPr>
              <a:t>‹Nr.›</a:t>
            </a:fld>
            <a:endParaRPr lang="de-DE"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DE" sz="2800" b="0" strike="noStrike" spc="-1">
                <a:solidFill>
                  <a:srgbClr val="000000"/>
                </a:solidFill>
                <a:latin typeface="Arial Regular"/>
              </a:rPr>
              <a:t>Format des Gliederungstextes durch Klicken bearbeiten</a:t>
            </a:r>
          </a:p>
          <a:p>
            <a:pPr marL="864000" lvl="1" indent="-324000">
              <a:spcBef>
                <a:spcPts val="1134"/>
              </a:spcBef>
              <a:buClr>
                <a:srgbClr val="000000"/>
              </a:buClr>
              <a:buSzPct val="75000"/>
              <a:buFont typeface="Symbol" charset="2"/>
              <a:buChar char=""/>
            </a:pPr>
            <a:r>
              <a:rPr lang="de-DE" sz="2000" b="0" strike="noStrike" spc="-1">
                <a:solidFill>
                  <a:srgbClr val="000000"/>
                </a:solidFill>
                <a:latin typeface="Calibri"/>
              </a:rPr>
              <a:t>Zweite Gliederungsebene</a:t>
            </a:r>
          </a:p>
          <a:p>
            <a:pPr marL="1296000" lvl="2" indent="-288000">
              <a:spcBef>
                <a:spcPts val="850"/>
              </a:spcBef>
              <a:buClr>
                <a:srgbClr val="000000"/>
              </a:buClr>
              <a:buSzPct val="45000"/>
              <a:buFont typeface="Wingdings" charset="2"/>
              <a:buChar char=""/>
            </a:pPr>
            <a:r>
              <a:rPr lang="de-DE" sz="1800" b="0" strike="noStrike" spc="-1">
                <a:solidFill>
                  <a:srgbClr val="000000"/>
                </a:solidFill>
                <a:latin typeface="Calibri"/>
              </a:rPr>
              <a:t>Dritte Gliederungsebene</a:t>
            </a:r>
          </a:p>
          <a:p>
            <a:pPr marL="1728000" lvl="3" indent="-216000">
              <a:spcBef>
                <a:spcPts val="567"/>
              </a:spcBef>
              <a:buClr>
                <a:srgbClr val="000000"/>
              </a:buClr>
              <a:buSzPct val="75000"/>
              <a:buFont typeface="Symbol" charset="2"/>
              <a:buChar char=""/>
            </a:pPr>
            <a:r>
              <a:rPr lang="de-DE" sz="1800" b="0" strike="noStrike" spc="-1">
                <a:solidFill>
                  <a:srgbClr val="000000"/>
                </a:solidFill>
                <a:latin typeface="Calibri"/>
              </a:rPr>
              <a:t>Vierte Gliederungsebene</a:t>
            </a:r>
          </a:p>
          <a:p>
            <a:pPr marL="2160000" lvl="4" indent="-216000">
              <a:spcBef>
                <a:spcPts val="283"/>
              </a:spcBef>
              <a:buClr>
                <a:srgbClr val="000000"/>
              </a:buClr>
              <a:buSzPct val="45000"/>
              <a:buFont typeface="Wingdings" charset="2"/>
              <a:buChar char=""/>
            </a:pPr>
            <a:r>
              <a:rPr lang="de-DE" sz="2000" b="0" strike="noStrike" spc="-1">
                <a:solidFill>
                  <a:srgbClr val="000000"/>
                </a:solidFill>
                <a:latin typeface="Calibri"/>
              </a:rPr>
              <a:t>Fünfte Gliederungsebene</a:t>
            </a:r>
          </a:p>
          <a:p>
            <a:pPr marL="2592000" lvl="5" indent="-216000">
              <a:spcBef>
                <a:spcPts val="283"/>
              </a:spcBef>
              <a:buClr>
                <a:srgbClr val="000000"/>
              </a:buClr>
              <a:buSzPct val="45000"/>
              <a:buFont typeface="Wingdings" charset="2"/>
              <a:buChar char=""/>
            </a:pPr>
            <a:r>
              <a:rPr lang="de-DE" sz="2000" b="0" strike="noStrike" spc="-1">
                <a:solidFill>
                  <a:srgbClr val="000000"/>
                </a:solidFill>
                <a:latin typeface="Calibri"/>
              </a:rPr>
              <a:t>Sechste Gliederungsebene</a:t>
            </a:r>
          </a:p>
          <a:p>
            <a:pPr marL="3024000" lvl="6" indent="-216000">
              <a:spcBef>
                <a:spcPts val="283"/>
              </a:spcBef>
              <a:buClr>
                <a:srgbClr val="000000"/>
              </a:buClr>
              <a:buSzPct val="45000"/>
              <a:buFont typeface="Wingdings" charset="2"/>
              <a:buChar char=""/>
            </a:pPr>
            <a:r>
              <a:rPr lang="de-DE" sz="2000" b="0" strike="noStrike" spc="-1">
                <a:solidFill>
                  <a:srgbClr val="000000"/>
                </a:solidFill>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3240"/>
            <a:ext cx="8228880" cy="1144440"/>
          </a:xfrm>
          <a:prstGeom prst="rect">
            <a:avLst/>
          </a:prstGeom>
          <a:noFill/>
          <a:ln w="0">
            <a:noFill/>
          </a:ln>
        </p:spPr>
        <p:txBody>
          <a:bodyPr lIns="0" tIns="0" rIns="0" bIns="0" anchor="ctr">
            <a:noAutofit/>
          </a:bodyPr>
          <a:lstStyle/>
          <a:p>
            <a:r>
              <a:rPr lang="de-DE" sz="4400" b="0" strike="noStrike" spc="-1">
                <a:solidFill>
                  <a:srgbClr val="000000"/>
                </a:solidFill>
                <a:latin typeface="Calibri"/>
              </a:rPr>
              <a:t>Format des Titeltextes durch Klicken bearbeiten</a:t>
            </a:r>
          </a:p>
        </p:txBody>
      </p:sp>
      <p:sp>
        <p:nvSpPr>
          <p:cNvPr id="42" name="PlaceHolder 2"/>
          <p:cNvSpPr>
            <a:spLocks noGrp="1"/>
          </p:cNvSpPr>
          <p:nvPr>
            <p:ph type="body"/>
          </p:nvPr>
        </p:nvSpPr>
        <p:spPr>
          <a:xfrm>
            <a:off x="457200" y="1604520"/>
            <a:ext cx="8228880" cy="397764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de-DE" sz="2910" b="0" strike="noStrike" spc="-1">
                <a:solidFill>
                  <a:srgbClr val="000000"/>
                </a:solidFill>
                <a:latin typeface="Arial Regular"/>
              </a:rPr>
              <a:t>Format des Gliederungstextes durch Klicken bearbeiten</a:t>
            </a:r>
          </a:p>
          <a:p>
            <a:pPr marL="864000" lvl="1" indent="-324000">
              <a:spcBef>
                <a:spcPts val="1134"/>
              </a:spcBef>
              <a:buClr>
                <a:srgbClr val="000000"/>
              </a:buClr>
              <a:buSzPct val="75000"/>
              <a:buFont typeface="Symbol" charset="2"/>
              <a:buChar char=""/>
            </a:pPr>
            <a:r>
              <a:rPr lang="de-DE" sz="2910" b="0" strike="noStrike" spc="-1">
                <a:solidFill>
                  <a:srgbClr val="000000"/>
                </a:solidFill>
                <a:latin typeface="Calibri"/>
              </a:rPr>
              <a:t>Zweite Gliederungsebene</a:t>
            </a:r>
          </a:p>
          <a:p>
            <a:pPr marL="1296000" lvl="2" indent="-288000">
              <a:spcBef>
                <a:spcPts val="850"/>
              </a:spcBef>
              <a:buClr>
                <a:srgbClr val="000000"/>
              </a:buClr>
              <a:buSzPct val="45000"/>
              <a:buFont typeface="Wingdings" charset="2"/>
              <a:buChar char=""/>
            </a:pPr>
            <a:r>
              <a:rPr lang="de-DE" sz="2910" b="0" strike="noStrike" spc="-1">
                <a:solidFill>
                  <a:srgbClr val="000000"/>
                </a:solidFill>
                <a:latin typeface="Calibri"/>
              </a:rPr>
              <a:t>Dritte Gliederungsebene</a:t>
            </a:r>
          </a:p>
          <a:p>
            <a:pPr marL="1728000" lvl="3" indent="-216000">
              <a:spcBef>
                <a:spcPts val="567"/>
              </a:spcBef>
              <a:buClr>
                <a:srgbClr val="000000"/>
              </a:buClr>
              <a:buSzPct val="75000"/>
              <a:buFont typeface="Symbol" charset="2"/>
              <a:buChar char=""/>
            </a:pPr>
            <a:r>
              <a:rPr lang="de-DE" sz="2910" b="0" strike="noStrike" spc="-1">
                <a:solidFill>
                  <a:srgbClr val="000000"/>
                </a:solidFill>
                <a:latin typeface="Calibri"/>
              </a:rPr>
              <a:t>Vierte Gliederungsebene</a:t>
            </a:r>
          </a:p>
          <a:p>
            <a:pPr marL="2160000" lvl="4" indent="-216000">
              <a:spcBef>
                <a:spcPts val="283"/>
              </a:spcBef>
              <a:buClr>
                <a:srgbClr val="000000"/>
              </a:buClr>
              <a:buSzPct val="45000"/>
              <a:buFont typeface="Wingdings" charset="2"/>
              <a:buChar char=""/>
            </a:pPr>
            <a:r>
              <a:rPr lang="de-DE" sz="2910" b="0" strike="noStrike" spc="-1">
                <a:solidFill>
                  <a:srgbClr val="000000"/>
                </a:solidFill>
                <a:latin typeface="Calibri"/>
              </a:rPr>
              <a:t>Fünfte Gliederungsebene</a:t>
            </a:r>
          </a:p>
          <a:p>
            <a:pPr marL="2592000" lvl="5" indent="-216000">
              <a:spcBef>
                <a:spcPts val="283"/>
              </a:spcBef>
              <a:buClr>
                <a:srgbClr val="000000"/>
              </a:buClr>
              <a:buSzPct val="45000"/>
              <a:buFont typeface="Wingdings" charset="2"/>
              <a:buChar char=""/>
            </a:pPr>
            <a:r>
              <a:rPr lang="de-DE" sz="2910" b="0" strike="noStrike" spc="-1">
                <a:solidFill>
                  <a:srgbClr val="000000"/>
                </a:solidFill>
                <a:latin typeface="Calibri"/>
              </a:rPr>
              <a:t>Sechste Gliederungsebene</a:t>
            </a:r>
          </a:p>
          <a:p>
            <a:pPr marL="3024000" lvl="6" indent="-216000">
              <a:spcBef>
                <a:spcPts val="283"/>
              </a:spcBef>
              <a:buClr>
                <a:srgbClr val="000000"/>
              </a:buClr>
              <a:buSzPct val="45000"/>
              <a:buFont typeface="Wingdings" charset="2"/>
              <a:buChar char=""/>
            </a:pPr>
            <a:r>
              <a:rPr lang="de-DE" sz="2910" b="0" strike="noStrike" spc="-1">
                <a:solidFill>
                  <a:srgbClr val="000000"/>
                </a:solidFill>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Bild 1"/>
          <p:cNvPicPr/>
          <p:nvPr/>
        </p:nvPicPr>
        <p:blipFill>
          <a:blip r:embed="rId3"/>
          <a:stretch/>
        </p:blipFill>
        <p:spPr>
          <a:xfrm>
            <a:off x="6345360" y="1391400"/>
            <a:ext cx="1658520" cy="1653840"/>
          </a:xfrm>
          <a:prstGeom prst="rect">
            <a:avLst/>
          </a:prstGeom>
          <a:ln w="0">
            <a:noFill/>
          </a:ln>
        </p:spPr>
      </p:pic>
      <p:sp>
        <p:nvSpPr>
          <p:cNvPr id="86" name="Rechteck 2"/>
          <p:cNvSpPr/>
          <p:nvPr/>
        </p:nvSpPr>
        <p:spPr>
          <a:xfrm>
            <a:off x="1408680" y="1391400"/>
            <a:ext cx="4571640" cy="4509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buNone/>
            </a:pPr>
            <a:r>
              <a:rPr lang="de-DE" sz="1400" b="0" strike="noStrike" spc="-1">
                <a:solidFill>
                  <a:srgbClr val="000000"/>
                </a:solidFill>
                <a:latin typeface="Arial Regular"/>
                <a:ea typeface="Arial"/>
              </a:rPr>
              <a:t>Univ. Prof. Achim Bornhoeft</a:t>
            </a:r>
            <a:endParaRPr lang="de-DE" sz="1400" b="0" strike="noStrike" spc="-1">
              <a:latin typeface="Arial"/>
            </a:endParaRPr>
          </a:p>
          <a:p>
            <a:pPr>
              <a:lnSpc>
                <a:spcPct val="100000"/>
              </a:lnSpc>
              <a:buNone/>
            </a:pPr>
            <a:br/>
            <a:endParaRPr lang="de-DE" sz="1400" b="0" strike="noStrike" spc="-1">
              <a:latin typeface="Arial"/>
            </a:endParaRPr>
          </a:p>
          <a:p>
            <a:pPr>
              <a:lnSpc>
                <a:spcPct val="100000"/>
              </a:lnSpc>
              <a:buNone/>
            </a:pPr>
            <a:br/>
            <a:endParaRPr lang="de-DE" sz="1400" b="0" strike="noStrike" spc="-1">
              <a:latin typeface="Arial"/>
            </a:endParaRPr>
          </a:p>
          <a:p>
            <a:pPr>
              <a:lnSpc>
                <a:spcPct val="100000"/>
              </a:lnSpc>
              <a:buNone/>
            </a:pPr>
            <a:endParaRPr lang="de-DE" sz="1400" b="0" strike="noStrike" spc="-1">
              <a:latin typeface="Arial"/>
            </a:endParaRPr>
          </a:p>
          <a:p>
            <a:pPr>
              <a:lnSpc>
                <a:spcPct val="100000"/>
              </a:lnSpc>
              <a:buNone/>
            </a:pPr>
            <a:endParaRPr lang="de-DE" sz="1400" b="0" strike="noStrike" spc="-1">
              <a:latin typeface="Arial"/>
            </a:endParaRPr>
          </a:p>
          <a:p>
            <a:pPr>
              <a:lnSpc>
                <a:spcPct val="150000"/>
              </a:lnSpc>
              <a:buNone/>
            </a:pPr>
            <a:r>
              <a:rPr lang="de-DE" sz="1600" b="0" strike="noStrike" spc="-1">
                <a:solidFill>
                  <a:srgbClr val="000000"/>
                </a:solidFill>
                <a:latin typeface="Arial Regular"/>
                <a:ea typeface="Arial"/>
              </a:rPr>
              <a:t>Klangsythese</a:t>
            </a:r>
            <a:br/>
            <a:b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endParaRPr lang="de-DE" sz="1600" b="0" strike="noStrike" spc="-1">
              <a:latin typeface="Arial"/>
            </a:endParaRPr>
          </a:p>
          <a:p>
            <a:pPr>
              <a:lnSpc>
                <a:spcPct val="100000"/>
              </a:lnSpc>
              <a:buNone/>
            </a:pPr>
            <a:r>
              <a:rPr lang="de-DE" sz="1000" b="0" strike="noStrike" spc="-1">
                <a:solidFill>
                  <a:srgbClr val="000000"/>
                </a:solidFill>
                <a:latin typeface="Arial Regular"/>
                <a:ea typeface="Arial"/>
              </a:rPr>
              <a:t>Universität Mozarteum</a:t>
            </a:r>
            <a:endParaRPr lang="de-DE" sz="1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Additive Synthese</a:t>
            </a:r>
            <a:endParaRPr lang="de-DE" sz="2180" b="0" strike="noStrike" spc="-1">
              <a:latin typeface="Arial"/>
            </a:endParaRPr>
          </a:p>
        </p:txBody>
      </p:sp>
      <p:pic>
        <p:nvPicPr>
          <p:cNvPr id="88" name="Bild 1"/>
          <p:cNvPicPr/>
          <p:nvPr/>
        </p:nvPicPr>
        <p:blipFill>
          <a:blip r:embed="rId3"/>
          <a:stretch/>
        </p:blipFill>
        <p:spPr>
          <a:xfrm>
            <a:off x="1752480" y="1208520"/>
            <a:ext cx="6841080" cy="5403960"/>
          </a:xfrm>
          <a:prstGeom prst="rect">
            <a:avLst/>
          </a:prstGeom>
          <a:ln w="0">
            <a:noFill/>
          </a:ln>
          <a:effectLst>
            <a:outerShdw dist="23040" dir="5400000" algn="tl">
              <a:srgbClr val="000000">
                <a:alpha val="3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Additive Synthese einer Rechteckschwingung</a:t>
            </a:r>
            <a:endParaRPr lang="de-DE" sz="2180" b="0" strike="noStrike" spc="-1">
              <a:latin typeface="Arial"/>
            </a:endParaRPr>
          </a:p>
        </p:txBody>
      </p:sp>
      <p:pic>
        <p:nvPicPr>
          <p:cNvPr id="90" name="Bild 2"/>
          <p:cNvPicPr/>
          <p:nvPr/>
        </p:nvPicPr>
        <p:blipFill>
          <a:blip r:embed="rId3"/>
          <a:stretch/>
        </p:blipFill>
        <p:spPr>
          <a:xfrm>
            <a:off x="2024640" y="1292040"/>
            <a:ext cx="6073560" cy="5111640"/>
          </a:xfrm>
          <a:prstGeom prst="rect">
            <a:avLst/>
          </a:prstGeom>
          <a:ln w="0">
            <a:noFill/>
          </a:ln>
          <a:effectLst>
            <a:outerShdw dist="23040" dir="5400000" algn="tl">
              <a:srgbClr val="000000">
                <a:alpha val="3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Additive Synthese einer Rechteckschwingung</a:t>
            </a:r>
            <a:endParaRPr lang="de-DE" sz="2180" b="0" strike="noStrike" spc="-1">
              <a:latin typeface="Arial"/>
            </a:endParaRPr>
          </a:p>
        </p:txBody>
      </p:sp>
      <p:pic>
        <p:nvPicPr>
          <p:cNvPr id="92" name="Bild 1"/>
          <p:cNvPicPr/>
          <p:nvPr/>
        </p:nvPicPr>
        <p:blipFill>
          <a:blip r:embed="rId3"/>
          <a:stretch/>
        </p:blipFill>
        <p:spPr>
          <a:xfrm>
            <a:off x="2612160" y="1286280"/>
            <a:ext cx="4442040" cy="4871160"/>
          </a:xfrm>
          <a:prstGeom prst="rect">
            <a:avLst/>
          </a:prstGeom>
          <a:ln w="0">
            <a:noFill/>
          </a:ln>
          <a:effectLst>
            <a:outerShdw dist="23040" dir="5400000" algn="tl">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 Box 1"/>
          <p:cNvSpPr/>
          <p:nvPr/>
        </p:nvSpPr>
        <p:spPr>
          <a:xfrm>
            <a:off x="1259640" y="98064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000" b="0" strike="noStrike" spc="-1">
                <a:solidFill>
                  <a:srgbClr val="000000"/>
                </a:solidFill>
                <a:latin typeface="Arial Regular"/>
                <a:ea typeface="ＭＳ Ｐゴシック"/>
              </a:rPr>
              <a:t>Filter – Cutoff- (oder Eck-Frequenz</a:t>
            </a:r>
            <a:endParaRPr lang="de-DE" sz="2000" b="0" strike="noStrike" spc="-1">
              <a:latin typeface="Arial"/>
            </a:endParaRPr>
          </a:p>
        </p:txBody>
      </p:sp>
      <p:pic>
        <p:nvPicPr>
          <p:cNvPr id="94" name="Grafik 8"/>
          <p:cNvPicPr/>
          <p:nvPr/>
        </p:nvPicPr>
        <p:blipFill>
          <a:blip r:embed="rId3"/>
          <a:stretch/>
        </p:blipFill>
        <p:spPr>
          <a:xfrm>
            <a:off x="1691640" y="1700640"/>
            <a:ext cx="5976360" cy="479340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 Box 1"/>
          <p:cNvSpPr/>
          <p:nvPr/>
        </p:nvSpPr>
        <p:spPr>
          <a:xfrm>
            <a:off x="1259640" y="98064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000" b="0" strike="noStrike" spc="-1">
                <a:solidFill>
                  <a:srgbClr val="000000"/>
                </a:solidFill>
                <a:latin typeface="Arial"/>
                <a:ea typeface="ＭＳ Ｐゴシック"/>
              </a:rPr>
              <a:t>Filter – </a:t>
            </a:r>
            <a:r>
              <a:rPr lang="de-DE" sz="2000" b="1" strike="noStrike" spc="-1">
                <a:solidFill>
                  <a:srgbClr val="000000"/>
                </a:solidFill>
                <a:latin typeface="Arial"/>
                <a:ea typeface="ＭＳ Ｐゴシック"/>
              </a:rPr>
              <a:t>Flankensteilheit (</a:t>
            </a:r>
            <a:r>
              <a:rPr lang="de-DE" sz="2000" b="0" strike="noStrike" spc="-1">
                <a:solidFill>
                  <a:srgbClr val="000000"/>
                </a:solidFill>
                <a:latin typeface="Arial"/>
                <a:ea typeface="ＭＳ Ｐゴシック"/>
              </a:rPr>
              <a:t>Güte oder Q)</a:t>
            </a:r>
            <a:endParaRPr lang="de-DE" sz="2000" b="0" strike="noStrike" spc="-1">
              <a:latin typeface="Arial"/>
            </a:endParaRPr>
          </a:p>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000" b="1" strike="noStrike" spc="-1">
                <a:solidFill>
                  <a:srgbClr val="000000"/>
                </a:solidFill>
                <a:latin typeface="Arial"/>
                <a:ea typeface="ＭＳ Ｐゴシック"/>
              </a:rPr>
              <a:t> </a:t>
            </a:r>
            <a:endParaRPr lang="de-DE" sz="2000" b="0" strike="noStrike" spc="-1">
              <a:latin typeface="Arial"/>
            </a:endParaRPr>
          </a:p>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endParaRPr lang="de-DE" sz="2000" b="0" strike="noStrike" spc="-1">
              <a:latin typeface="Arial"/>
            </a:endParaRPr>
          </a:p>
        </p:txBody>
      </p:sp>
      <p:pic>
        <p:nvPicPr>
          <p:cNvPr id="96" name="Grafik 2"/>
          <p:cNvPicPr/>
          <p:nvPr/>
        </p:nvPicPr>
        <p:blipFill>
          <a:blip r:embed="rId3"/>
          <a:stretch/>
        </p:blipFill>
        <p:spPr>
          <a:xfrm>
            <a:off x="1286640" y="1700640"/>
            <a:ext cx="6309360" cy="506052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 Box 1"/>
          <p:cNvSpPr/>
          <p:nvPr/>
        </p:nvSpPr>
        <p:spPr>
          <a:xfrm>
            <a:off x="1259640" y="98064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000" b="0" strike="noStrike" spc="-1">
                <a:solidFill>
                  <a:srgbClr val="000000"/>
                </a:solidFill>
                <a:latin typeface="Arial"/>
                <a:ea typeface="ＭＳ Ｐゴシック"/>
              </a:rPr>
              <a:t>Filter – </a:t>
            </a:r>
            <a:r>
              <a:rPr lang="de-DE" sz="2000" b="1" strike="noStrike" spc="-1">
                <a:solidFill>
                  <a:srgbClr val="000000"/>
                </a:solidFill>
                <a:latin typeface="Arial"/>
                <a:ea typeface="ＭＳ Ｐゴシック"/>
              </a:rPr>
              <a:t>Resonanz</a:t>
            </a:r>
            <a:endParaRPr lang="de-DE" sz="2000" b="0" strike="noStrike" spc="-1">
              <a:latin typeface="Arial"/>
            </a:endParaRPr>
          </a:p>
        </p:txBody>
      </p:sp>
      <p:pic>
        <p:nvPicPr>
          <p:cNvPr id="98" name="Grafik 3"/>
          <p:cNvPicPr/>
          <p:nvPr/>
        </p:nvPicPr>
        <p:blipFill>
          <a:blip r:embed="rId3"/>
          <a:stretch/>
        </p:blipFill>
        <p:spPr>
          <a:xfrm>
            <a:off x="1367640" y="1484640"/>
            <a:ext cx="6408360" cy="514008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Amplitudenmodulation</a:t>
            </a:r>
            <a:endParaRPr lang="de-DE" sz="2180" b="0" strike="noStrike" spc="-1">
              <a:latin typeface="Arial"/>
            </a:endParaRPr>
          </a:p>
        </p:txBody>
      </p:sp>
      <p:pic>
        <p:nvPicPr>
          <p:cNvPr id="111" name="Bild 3"/>
          <p:cNvPicPr/>
          <p:nvPr/>
        </p:nvPicPr>
        <p:blipFill>
          <a:blip r:embed="rId3"/>
          <a:stretch/>
        </p:blipFill>
        <p:spPr>
          <a:xfrm>
            <a:off x="783360" y="1535400"/>
            <a:ext cx="3259800" cy="2119320"/>
          </a:xfrm>
          <a:prstGeom prst="rect">
            <a:avLst/>
          </a:prstGeom>
          <a:ln w="0">
            <a:noFill/>
          </a:ln>
          <a:effectLst>
            <a:outerShdw dist="23040" dir="5400000" algn="tl">
              <a:srgbClr val="000000">
                <a:alpha val="35000"/>
              </a:srgbClr>
            </a:outerShdw>
          </a:effectLst>
        </p:spPr>
      </p:pic>
      <p:pic>
        <p:nvPicPr>
          <p:cNvPr id="112" name="Bild 4"/>
          <p:cNvPicPr/>
          <p:nvPr/>
        </p:nvPicPr>
        <p:blipFill>
          <a:blip r:embed="rId4"/>
          <a:stretch/>
        </p:blipFill>
        <p:spPr>
          <a:xfrm>
            <a:off x="4832640" y="1535400"/>
            <a:ext cx="3259800" cy="2119320"/>
          </a:xfrm>
          <a:prstGeom prst="rect">
            <a:avLst/>
          </a:prstGeom>
          <a:ln w="0">
            <a:noFill/>
          </a:ln>
          <a:effectLst>
            <a:outerShdw dist="23040" dir="5400000" algn="tl">
              <a:srgbClr val="000000">
                <a:alpha val="35000"/>
              </a:srgbClr>
            </a:outerShdw>
          </a:effectLst>
        </p:spPr>
      </p:pic>
      <p:pic>
        <p:nvPicPr>
          <p:cNvPr id="113" name="Bild 6"/>
          <p:cNvPicPr/>
          <p:nvPr/>
        </p:nvPicPr>
        <p:blipFill>
          <a:blip r:embed="rId5"/>
          <a:stretch/>
        </p:blipFill>
        <p:spPr>
          <a:xfrm>
            <a:off x="2808000" y="4147560"/>
            <a:ext cx="4031640" cy="2199960"/>
          </a:xfrm>
          <a:prstGeom prst="rect">
            <a:avLst/>
          </a:prstGeom>
          <a:ln w="0">
            <a:noFill/>
          </a:ln>
          <a:effectLst>
            <a:outerShdw dist="23040" dir="5400000" algn="tl">
              <a:srgbClr val="000000">
                <a:alpha val="3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Frequenzmodulation</a:t>
            </a:r>
            <a:endParaRPr lang="de-DE" sz="2180" b="0" strike="noStrike" spc="-1">
              <a:latin typeface="Arial"/>
            </a:endParaRPr>
          </a:p>
        </p:txBody>
      </p:sp>
      <p:pic>
        <p:nvPicPr>
          <p:cNvPr id="128" name="Bild 5" descr="fm_mod3.gif"/>
          <p:cNvPicPr/>
          <p:nvPr/>
        </p:nvPicPr>
        <p:blipFill>
          <a:blip r:embed="rId3"/>
          <a:stretch/>
        </p:blipFill>
        <p:spPr>
          <a:xfrm>
            <a:off x="652320" y="1338120"/>
            <a:ext cx="7718040" cy="5068440"/>
          </a:xfrm>
          <a:prstGeom prst="rect">
            <a:avLst/>
          </a:prstGeom>
          <a:ln w="0">
            <a:noFill/>
          </a:ln>
          <a:effectLst>
            <a:outerShdw dist="23040" dir="5400000" algn="tl">
              <a:srgbClr val="000000">
                <a:alpha val="3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 Box 1"/>
          <p:cNvSpPr/>
          <p:nvPr/>
        </p:nvSpPr>
        <p:spPr>
          <a:xfrm>
            <a:off x="760320" y="760680"/>
            <a:ext cx="7741080" cy="345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rmAutofit/>
          </a:bodyPr>
          <a:lstStyle/>
          <a:p>
            <a:pPr>
              <a:lnSpc>
                <a:spcPct val="85000"/>
              </a:lnSpc>
              <a:spcBef>
                <a:spcPts val="544"/>
              </a:spcBef>
              <a:buNone/>
              <a:tabLst>
                <a:tab pos="0" algn="l"/>
                <a:tab pos="406080" algn="l"/>
                <a:tab pos="813600" algn="l"/>
                <a:tab pos="1221120" algn="l"/>
                <a:tab pos="1628640" algn="l"/>
                <a:tab pos="2036160" algn="l"/>
                <a:tab pos="2443680" algn="l"/>
                <a:tab pos="2851200" algn="l"/>
                <a:tab pos="3258720" algn="l"/>
                <a:tab pos="3666240" algn="l"/>
                <a:tab pos="4073760" algn="l"/>
                <a:tab pos="4481280" algn="l"/>
                <a:tab pos="4888800" algn="l"/>
                <a:tab pos="5296320" algn="l"/>
                <a:tab pos="5703840" algn="l"/>
                <a:tab pos="6111360" algn="l"/>
                <a:tab pos="6518880" algn="l"/>
                <a:tab pos="6926400" algn="l"/>
                <a:tab pos="7334280" algn="l"/>
                <a:tab pos="7741800" algn="l"/>
                <a:tab pos="8149320" algn="l"/>
              </a:tabLst>
            </a:pPr>
            <a:r>
              <a:rPr lang="de-DE" sz="2180" b="0" strike="noStrike" spc="-1">
                <a:solidFill>
                  <a:srgbClr val="000000"/>
                </a:solidFill>
                <a:latin typeface="Arial Regular"/>
                <a:ea typeface="ＭＳ Ｐゴシック"/>
              </a:rPr>
              <a:t>Vergleich Amplitudenmodulation - Frequenzmodulation</a:t>
            </a:r>
            <a:endParaRPr lang="de-DE" sz="2180" b="0" strike="noStrike" spc="-1">
              <a:latin typeface="Arial"/>
            </a:endParaRPr>
          </a:p>
        </p:txBody>
      </p:sp>
      <p:pic>
        <p:nvPicPr>
          <p:cNvPr id="130" name="Bild 2" descr="ss0002a0009.gif"/>
          <p:cNvPicPr/>
          <p:nvPr/>
        </p:nvPicPr>
        <p:blipFill>
          <a:blip r:embed="rId3"/>
          <a:stretch/>
        </p:blipFill>
        <p:spPr>
          <a:xfrm>
            <a:off x="2351520" y="1469160"/>
            <a:ext cx="4182840" cy="4898520"/>
          </a:xfrm>
          <a:prstGeom prst="rect">
            <a:avLst/>
          </a:prstGeom>
          <a:ln w="0">
            <a:noFill/>
          </a:ln>
          <a:effectLst>
            <a:outerShdw dist="23040" dir="5400000" algn="tl">
              <a:srgbClr val="000000">
                <a:alpha val="3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241</Words>
  <Application>Microsoft Macintosh PowerPoint</Application>
  <PresentationFormat>Bildschirmpräsentation (4:3)</PresentationFormat>
  <Paragraphs>30</Paragraphs>
  <Slides>10</Slides>
  <Notes>10</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10</vt:i4>
      </vt:variant>
    </vt:vector>
  </HeadingPairs>
  <TitlesOfParts>
    <vt:vector size="20" baseType="lpstr">
      <vt:lpstr>ＭＳ Ｐゴシック</vt:lpstr>
      <vt:lpstr>Arial</vt:lpstr>
      <vt:lpstr>Arial Regular</vt:lpstr>
      <vt:lpstr>Calibri</vt:lpstr>
      <vt:lpstr>DejaVu Sans</vt:lpstr>
      <vt:lpstr>Symbol</vt:lpstr>
      <vt:lpstr>Times New Roman</vt:lpstr>
      <vt:lpstr>Wingdings</vt:lpstr>
      <vt:lpstr>Office Theme</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Analogien: Film - Elektronische Musik</dc:title>
  <dc:subject/>
  <dc:creator>Achim Bornhoeft</dc:creator>
  <dc:description/>
  <cp:lastModifiedBy>Bornhoeft</cp:lastModifiedBy>
  <cp:revision>355</cp:revision>
  <cp:lastPrinted>1601-01-01T00:00:00Z</cp:lastPrinted>
  <dcterms:created xsi:type="dcterms:W3CDTF">2010-10-14T08:13:50Z</dcterms:created>
  <dcterms:modified xsi:type="dcterms:W3CDTF">2022-09-28T16:28:36Z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7</vt:i4>
  </property>
  <property fmtid="{D5CDD505-2E9C-101B-9397-08002B2CF9AE}" pid="3" name="Notes">
    <vt:i4>15</vt:i4>
  </property>
  <property fmtid="{D5CDD505-2E9C-101B-9397-08002B2CF9AE}" pid="4" name="PresentationFormat">
    <vt:lpwstr>Bildschirmpräsentation (4:3)</vt:lpwstr>
  </property>
  <property fmtid="{D5CDD505-2E9C-101B-9397-08002B2CF9AE}" pid="5" name="Slides">
    <vt:i4>15</vt:i4>
  </property>
</Properties>
</file>